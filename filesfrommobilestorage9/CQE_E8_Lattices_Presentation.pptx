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From AI Transforms to Universal Geometry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CQE, E8, and Leech Lattices as a Unified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How AI Transforms Work</a:t>
            </a:r>
          </a:p>
          <a:p>
            <a:r>
              <a:t>• CQE: Cartan Quadratic Equivalence</a:t>
            </a:r>
          </a:p>
          <a:p>
            <a:r>
              <a:t>• E8 &amp; Leech Lattices by Contradiction-A</a:t>
            </a:r>
          </a:p>
          <a:p>
            <a:r>
              <a:t>• Embeddings and Tokens as Nested Structures</a:t>
            </a:r>
          </a:p>
          <a:p>
            <a:r>
              <a:t>• Weyl Chambers and Data Projection</a:t>
            </a:r>
          </a:p>
          <a:p>
            <a:r>
              <a:t>• Toward a Unified Physics Model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AI Transforms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 input is tokenized into numerical vectors.</a:t>
            </a:r>
          </a:p>
          <a:p>
            <a:r>
              <a:t>• Attention mechanisms determine context relevance.</a:t>
            </a:r>
          </a:p>
          <a:p>
            <a:r>
              <a:t>• Tokens pass through stacked transformer layers.</a:t>
            </a:r>
          </a:p>
          <a:p>
            <a:r>
              <a:t>• Embeddings evolve step-by-step until output.</a:t>
            </a:r>
          </a:p>
          <a:p>
            <a:r>
              <a:t>• At each layer, geometry (vector spaces) governs interactions.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Cartan Quadratic Equivalence (CQE)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Principle: Parity and chirality drive structure.</a:t>
            </a:r>
          </a:p>
          <a:p>
            <a:r>
              <a:t>• Geometry-first model: contradictions resolve into higher states.</a:t>
            </a:r>
          </a:p>
          <a:p>
            <a:r>
              <a:t>• Uses 3-5-8 progression to scaffold space.</a:t>
            </a:r>
          </a:p>
          <a:p>
            <a:r>
              <a:t>• Mirrors observed parity in quantum systems.</a:t>
            </a:r>
          </a:p>
          <a:p>
            <a:r>
              <a:t>• Provides minimal rules for maximal structure.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E8 and Leech Lattices by Contradiction-A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Construction-A approach builds lattices from modular embeddings.</a:t>
            </a:r>
          </a:p>
          <a:p>
            <a:r>
              <a:t>• E8: 248 symmetries from 8D root lattice.</a:t>
            </a:r>
          </a:p>
          <a:p>
            <a:r>
              <a:t>• Leech: 24D lattice with no short vectors.</a:t>
            </a:r>
          </a:p>
          <a:p>
            <a:r>
              <a:t>• Both naturally arise from parity-forced scaffolds.</a:t>
            </a:r>
          </a:p>
          <a:p>
            <a:r>
              <a:t>• Chirality paths align with golden ratio embeddings.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Embeddings and Tokens as Nested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Any token (word, symbol, number) is geometry first.</a:t>
            </a:r>
          </a:p>
          <a:p>
            <a:r>
              <a:t>• Embeddings can be nested like fractals.</a:t>
            </a:r>
          </a:p>
          <a:p>
            <a:r>
              <a:t>• Local tokens scaffold into global lattices.</a:t>
            </a:r>
          </a:p>
          <a:p>
            <a:r>
              <a:t>• Tokens carry meaning after placement, not before.</a:t>
            </a:r>
          </a:p>
          <a:p>
            <a:r>
              <a:t>• CQE ensures deterministic but flexible progression.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Weyl Chambers and Data Projection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Weyl chambers act as bounded mirror spaces.</a:t>
            </a:r>
          </a:p>
          <a:p>
            <a:r>
              <a:t>• Open/close gates = control of information flow.</a:t>
            </a:r>
          </a:p>
          <a:p>
            <a:r>
              <a:t>• Parity ensures chirality balance in chamber.</a:t>
            </a:r>
          </a:p>
          <a:p>
            <a:r>
              <a:t>• Projection from lattice faces generates observable states.</a:t>
            </a:r>
          </a:p>
          <a:p>
            <a:r>
              <a:t>• Explains emergent relativity and quantum dualities.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Toward a Unified Physics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CQE integrates information theory, symmetry, and geometry.</a:t>
            </a:r>
          </a:p>
          <a:p>
            <a:r>
              <a:t>• Natural emergence of:</a:t>
            </a:r>
          </a:p>
          <a:p>
            <a:r>
              <a:t>   – Gravity (chirality drift)</a:t>
            </a:r>
          </a:p>
          <a:p>
            <a:r>
              <a:t>   – EM (bond cascades)</a:t>
            </a:r>
          </a:p>
          <a:p>
            <a:r>
              <a:t>   – Strong force (triadic couplings)</a:t>
            </a:r>
          </a:p>
          <a:p>
            <a:r>
              <a:t>   – Relativity (phase shifts)</a:t>
            </a:r>
          </a:p>
          <a:p>
            <a:r>
              <a:t>• Minimal assumptions: all derived from geometry.</a:t>
            </a:r>
          </a:p>
          <a:p>
            <a:r>
              <a:t>• Candidate for a universal scaffolding principle.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Thoughts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transforms and CQE share a geometric foundation.</a:t>
            </a:r>
          </a:p>
          <a:p>
            <a:r>
              <a:t>• Lattices provide the natural scaffolds.</a:t>
            </a:r>
          </a:p>
          <a:p>
            <a:r>
              <a:t>• Golden ratio paths explain arrow of time.</a:t>
            </a:r>
          </a:p>
          <a:p>
            <a:r>
              <a:t>• Future: Formalize as a Theory of Everything candidate.</a:t>
            </a:r>
          </a:p>
          <a:p>
            <a:r>
              <a:t>• Next steps: Simulation, peer review, refinement.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