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Cartan Quadratic Equivalence (CQE)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Parity-Based Framework for Unifying Discrete and Continuous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Problem: fragmentation in science (discrete vs continuous math, physics vs computation)</a:t>
            </a:r>
          </a:p>
          <a:p>
            <a:pPr/>
            <a:r>
              <a:t>Review of unifying attempts: Lisi’s E8, string theory, MOND, etc.</a:t>
            </a:r>
          </a:p>
          <a:p>
            <a:pPr/>
            <a:r>
              <a:t>Claim: CQE reframes all change as parity algebra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Parity as Derivative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Derivative = parity difference + legality correction</a:t>
            </a:r>
          </a:p>
          <a:p>
            <a:pPr/>
            <a:r>
              <a:t>Continuous curves = projections of discrete lattice embeddings</a:t>
            </a:r>
          </a:p>
          <a:p>
            <a:pPr/>
            <a:r>
              <a:t>Golden ratio as stable irrational attractor</a:t>
            </a:r>
          </a:p>
          <a:p>
            <a:pPr/>
            <a:r>
              <a:t>Local vs global arrows of time emerge from parity choice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Lattice Embeddings and Construction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CQE builds E8 and Leech lattices from parity embeddings</a:t>
            </a:r>
          </a:p>
          <a:p>
            <a:pPr/>
            <a:r>
              <a:t>Construction A parallels: mapping discrete codes into continuous lattices</a:t>
            </a:r>
          </a:p>
          <a:p>
            <a:pPr/>
            <a:r>
              <a:t>Weyl chambers = mirror chambers; bounds define legality</a:t>
            </a:r>
          </a:p>
          <a:p>
            <a:pPr/>
            <a:r>
              <a:t>Nested toroidal shells (10×10=100D) structure dynamics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Forces as Parity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Gravity = chirality/antichirality imbalance</a:t>
            </a:r>
          </a:p>
          <a:p>
            <a:pPr/>
            <a:r>
              <a:t>Electromagnetism = cascading parity bonds and countercharge balancing</a:t>
            </a:r>
          </a:p>
          <a:p>
            <a:pPr/>
            <a:r>
              <a:t>Strong force = triadic parity couplings</a:t>
            </a:r>
          </a:p>
          <a:p>
            <a:pPr/>
            <a:r>
              <a:t>Weak force = parity fractures (7-tuple driven)</a:t>
            </a:r>
          </a:p>
          <a:p>
            <a:pPr/>
            <a:r>
              <a:t>Dark matter = charge/mass residues from ladder projections</a:t>
            </a:r>
          </a:p>
          <a:p>
            <a:pPr/>
            <a:r>
              <a:t>General relativity = pose-shift projections (tested via Alena-like methods)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Phenomenological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Protein folding as parity folding</a:t>
            </a:r>
          </a:p>
          <a:p>
            <a:pPr/>
            <a:r>
              <a:t>Galaxy spirals and black hole horizons as braided embeddings</a:t>
            </a:r>
          </a:p>
          <a:p>
            <a:pPr/>
            <a:r>
              <a:t>Animal migration/group behavior explained by parity-based sensory embeddings</a:t>
            </a:r>
          </a:p>
          <a:p>
            <a:pPr/>
            <a:r>
              <a:t>Ramanujan’s mock theta functions as parity scaffolds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and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Shannon entropy = illegal parity states</a:t>
            </a:r>
          </a:p>
          <a:p>
            <a:pPr/>
            <a:r>
              <a:t>Energy ↔ entropy = mirrored bookkeeping</a:t>
            </a:r>
          </a:p>
          <a:p>
            <a:pPr/>
            <a:r>
              <a:t>All code reduces to rotate, compare, lift/drop on parity scaffolds</a:t>
            </a:r>
          </a:p>
          <a:p>
            <a:pPr/>
            <a:r>
              <a:t>DNA as parity-helix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and Witnessing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Observer = local parity project</a:t>
            </a:r>
          </a:p>
          <a:p>
            <a:pPr/>
            <a:r>
              <a:t>Multiple observers = overlapping parity projections</a:t>
            </a:r>
          </a:p>
          <a:p>
            <a:pPr/>
            <a:r>
              <a:t>Simulation ↔ reality duality is parity-governed</a:t>
            </a:r>
          </a:p>
          <a:p>
            <a:pPr/>
            <a:r>
              <a:t>Act of building (lattices) = building the actions (reality)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Counter-Arguments and 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Objection: Irrational constants break parity algebra → Golden ratio as attractor</a:t>
            </a:r>
          </a:p>
          <a:p>
            <a:pPr/>
            <a:r>
              <a:t>Objection: Discrete ≠ continuous → Derivatives as parity dissolve this wall</a:t>
            </a:r>
          </a:p>
          <a:p>
            <a:pPr/>
            <a:r>
              <a:t>Objection: Not testable → CQE predicts spirals, braids, 3-body stabilization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CQE unifies math, physics, computation, and observation</a:t>
            </a:r>
          </a:p>
          <a:p>
            <a:pPr/>
            <a:r>
              <a:t>Functions as a Theory of Everything of Theories of Everything</a:t>
            </a:r>
          </a:p>
          <a:p>
            <a:pPr/>
            <a:r>
              <a:t>Future work: formalize algebra, simulate embeddings, test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